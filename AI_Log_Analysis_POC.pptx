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60A5FA"/>
                </a:solidFill>
                <a:latin typeface="Arial"/>
              </a:rPr>
              <a:t>AI-Powered Log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>
                <a:solidFill>
                  <a:srgbClr val="94A3B8"/>
                </a:solidFill>
                <a:latin typeface="Arial"/>
              </a:rPr>
              <a:t>Automated CI/CD Intelligence with GitHub Actions</a:t>
            </a:r>
          </a:p>
          <a:p>
            <a:pPr algn="ctr"/>
            <a:r>
              <a:rPr sz="2000">
                <a:solidFill>
                  <a:srgbClr val="94A3B8"/>
                </a:solidFill>
                <a:latin typeface="Arial"/>
              </a:rPr>
              <a:t>Proof of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C084FC"/>
                </a:solidFill>
                <a:latin typeface="Arial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>
                <a:solidFill>
                  <a:srgbClr val="F8FAFC"/>
                </a:solidFill>
                <a:latin typeface="Arial"/>
              </a:rPr>
              <a:t>Automate the root cause analysis of build failures: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Reduce manual log inspection time.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Provide actionable fixes immediately on PRs.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Centralize failure tracking via a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C084FC"/>
                </a:solidFill>
                <a:latin typeface="Arial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>
                <a:solidFill>
                  <a:srgbClr val="F8FAFC"/>
                </a:solidFill>
                <a:latin typeface="Arial"/>
              </a:rPr>
              <a:t>End-to-End Automation Pipeline: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GitHub Actions triggers on push/PR.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Failing logs (Build/Test) are captured.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AI Agent (Gemini/Claude/OpenAI) analyzes context.</a:t>
            </a:r>
          </a:p>
          <a:p>
            <a:pPr lvl="1" algn="l"/>
            <a:r>
              <a:rPr>
                <a:solidFill>
                  <a:srgbClr val="F8FAFC"/>
                </a:solidFill>
                <a:latin typeface="Arial"/>
              </a:rPr>
              <a:t>Insights are posted to PR and local Dashboard.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